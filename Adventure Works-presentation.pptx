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0" r:id="rId6"/>
    <p:sldId id="261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148" autoAdjust="0"/>
  </p:normalViewPr>
  <p:slideViewPr>
    <p:cSldViewPr>
      <p:cViewPr varScale="1">
        <p:scale>
          <a:sx n="118" d="100"/>
          <a:sy n="118" d="100"/>
        </p:scale>
        <p:origin x="-143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77304-392B-4D63-8CBE-F33AB417E08B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7E004-D8B5-4F45-831D-6997C4BDC2E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7E004-D8B5-4F45-831D-6997C4BDC2E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7E004-D8B5-4F45-831D-6997C4BDC2E2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B749E79-4DC7-4488-9EA7-D14FF063F749}" type="slidenum">
              <a:rPr lang="en-IN" smtClean="0"/>
            </a:fld>
            <a:endParaRPr lang="en-I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9E79-4DC7-4488-9EA7-D14FF063F74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B749E79-4DC7-4488-9EA7-D14FF063F749}" type="slidenum">
              <a:rPr lang="en-IN" smtClean="0"/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4B749E79-4DC7-4488-9EA7-D14FF063F749}" type="slidenum">
              <a:rPr lang="en-IN" smtClean="0"/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4B749E79-4DC7-4488-9EA7-D14FF063F74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9E79-4DC7-4488-9EA7-D14FF063F749}" type="slidenum">
              <a:rPr lang="en-IN" smtClean="0"/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9E79-4DC7-4488-9EA7-D14FF063F74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735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745"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B749E79-4DC7-4488-9EA7-D14FF063F749}" type="slidenum">
              <a:rPr lang="en-IN" smtClean="0"/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B749E79-4DC7-4488-9EA7-D14FF063F749}" type="slidenum">
              <a:rPr lang="en-IN" smtClean="0"/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9E79-4DC7-4488-9EA7-D14FF063F74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49E79-4DC7-4488-9EA7-D14FF063F74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</a:lstStyle>
          <a:p>
            <a:fld id="{24524F5D-A854-4F7A-8319-B0CFC474B2A6}" type="datetimeFigureOut">
              <a:rPr lang="en-IN" smtClean="0"/>
            </a:fld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</a:lstStyle>
          <a:p>
            <a:fld id="{4B749E79-4DC7-4488-9EA7-D14FF063F749}" type="slidenum">
              <a:rPr lang="en-IN" smtClean="0"/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54610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 panose="05020102010507070707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177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 panose="05020102010507070707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990" algn="l" rtl="0" eaLnBrk="1" latinLnBrk="0" hangingPunct="1">
        <a:spcBef>
          <a:spcPts val="400"/>
        </a:spcBef>
        <a:buClr>
          <a:schemeClr val="accent4"/>
        </a:buClr>
        <a:buFont typeface="Wingdings 2" panose="05020102010507070707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Adventure Works</a:t>
            </a:r>
            <a:br>
              <a:rPr lang="en-IN" b="1" dirty="0" smtClean="0"/>
            </a:br>
            <a:r>
              <a:rPr lang="en-IN" b="1" dirty="0" smtClean="0"/>
              <a:t>Project Conclusion – Team 5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580252"/>
            <a:ext cx="1224136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KPI Cards</a:t>
            </a:r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75656" y="764918"/>
            <a:ext cx="3332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430448" y="3213251"/>
            <a:ext cx="4052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0328" y="3028585"/>
            <a:ext cx="1080120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Charts</a:t>
            </a:r>
            <a:endParaRPr lang="en-IN" dirty="0"/>
          </a:p>
        </p:txBody>
      </p:sp>
      <p:grpSp>
        <p:nvGrpSpPr>
          <p:cNvPr id="21" name="Group 20"/>
          <p:cNvGrpSpPr/>
          <p:nvPr/>
        </p:nvGrpSpPr>
        <p:grpSpPr>
          <a:xfrm>
            <a:off x="1763688" y="327417"/>
            <a:ext cx="7200800" cy="5616624"/>
            <a:chOff x="0" y="0"/>
            <a:chExt cx="9144000" cy="6858000"/>
          </a:xfrm>
        </p:grpSpPr>
        <p:sp>
          <p:nvSpPr>
            <p:cNvPr id="22" name="Rectangle 21"/>
            <p:cNvSpPr/>
            <p:nvPr/>
          </p:nvSpPr>
          <p:spPr>
            <a:xfrm>
              <a:off x="0" y="2682208"/>
              <a:ext cx="7884368" cy="16828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pic>
            <p:nvPicPr>
              <p:cNvPr id="1028" name="Picture 4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35" y="0"/>
                <a:ext cx="9135265" cy="6858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9" name="Rectangle 8"/>
              <p:cNvSpPr/>
              <p:nvPr/>
            </p:nvSpPr>
            <p:spPr>
              <a:xfrm>
                <a:off x="7884368" y="764704"/>
                <a:ext cx="1259632" cy="609329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0" y="332656"/>
                <a:ext cx="7884368" cy="2304256"/>
                <a:chOff x="0" y="332656"/>
                <a:chExt cx="7884368" cy="2304256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0" y="332656"/>
                  <a:ext cx="7884368" cy="43204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0" y="836712"/>
                  <a:ext cx="7884368" cy="180020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28" name="Rectangle 27"/>
              <p:cNvSpPr/>
              <p:nvPr/>
            </p:nvSpPr>
            <p:spPr>
              <a:xfrm>
                <a:off x="0" y="4372470"/>
                <a:ext cx="7884368" cy="248553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cxnSp>
        <p:nvCxnSpPr>
          <p:cNvPr id="1035" name="Straight Connector 1034"/>
          <p:cNvCxnSpPr/>
          <p:nvPr/>
        </p:nvCxnSpPr>
        <p:spPr>
          <a:xfrm>
            <a:off x="8468515" y="5944041"/>
            <a:ext cx="0" cy="22126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/>
          <p:cNvSpPr txBox="1"/>
          <p:nvPr/>
        </p:nvSpPr>
        <p:spPr>
          <a:xfrm>
            <a:off x="7955378" y="6165304"/>
            <a:ext cx="99194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Slicers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Elements Used in Dashboards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12776"/>
            <a:ext cx="8856984" cy="5217443"/>
          </a:xfrm>
        </p:spPr>
        <p:txBody>
          <a:bodyPr>
            <a:noAutofit/>
          </a:bodyPr>
          <a:lstStyle/>
          <a:p>
            <a:r>
              <a:rPr lang="en-IN" sz="1300" b="1" dirty="0" smtClean="0"/>
              <a:t>KPI Cards - Key Performance Indicator Cards -</a:t>
            </a:r>
            <a:r>
              <a:rPr lang="en-US" sz="1300" dirty="0" smtClean="0"/>
              <a:t>simple visual elements used to display </a:t>
            </a:r>
            <a:r>
              <a:rPr lang="en-US" sz="1300" b="1" dirty="0" smtClean="0"/>
              <a:t>important metrics </a:t>
            </a:r>
            <a:r>
              <a:rPr lang="en-US" sz="1300" dirty="0" smtClean="0"/>
              <a:t>in a clear and highlighted way.</a:t>
            </a:r>
            <a:endParaRPr lang="en-US" sz="1300" dirty="0" smtClean="0"/>
          </a:p>
          <a:p>
            <a:pPr lvl="1"/>
            <a:r>
              <a:rPr lang="en-US" sz="1300" b="1" dirty="0" smtClean="0"/>
              <a:t>Why are KPI Cards used?</a:t>
            </a:r>
            <a:endParaRPr lang="en-US" sz="1300" b="1" dirty="0" smtClean="0"/>
          </a:p>
          <a:p>
            <a:pPr marL="1200150" lvl="2" indent="-342900"/>
            <a:r>
              <a:rPr lang="en-US" sz="1300" dirty="0" smtClean="0"/>
              <a:t>Quickly understand </a:t>
            </a:r>
            <a:r>
              <a:rPr lang="en-US" sz="1300" b="1" dirty="0" smtClean="0"/>
              <a:t>business performance</a:t>
            </a:r>
            <a:r>
              <a:rPr lang="en-US" sz="1300" dirty="0" smtClean="0"/>
              <a:t> </a:t>
            </a:r>
            <a:endParaRPr lang="en-US" sz="1300" dirty="0" smtClean="0"/>
          </a:p>
          <a:p>
            <a:pPr marL="1200150" lvl="2" indent="-342900"/>
            <a:r>
              <a:rPr lang="en-US" sz="1300" dirty="0" smtClean="0"/>
              <a:t>Highlight </a:t>
            </a:r>
            <a:r>
              <a:rPr lang="en-US" sz="1300" b="1" dirty="0" smtClean="0"/>
              <a:t>important numbers at a glance</a:t>
            </a:r>
            <a:r>
              <a:rPr lang="en-US" sz="1300" dirty="0" smtClean="0"/>
              <a:t> </a:t>
            </a:r>
            <a:endParaRPr lang="en-US" sz="1300" dirty="0" smtClean="0"/>
          </a:p>
          <a:p>
            <a:pPr marL="1200150" lvl="2" indent="-342900"/>
            <a:r>
              <a:rPr lang="en-US" sz="1300" dirty="0" smtClean="0"/>
              <a:t>Support </a:t>
            </a:r>
            <a:r>
              <a:rPr lang="en-US" sz="1300" b="1" dirty="0" smtClean="0"/>
              <a:t>decision-making</a:t>
            </a:r>
            <a:r>
              <a:rPr lang="en-US" sz="1300" dirty="0" smtClean="0"/>
              <a:t> </a:t>
            </a:r>
            <a:endParaRPr lang="en-US" sz="1300" dirty="0" smtClean="0"/>
          </a:p>
          <a:p>
            <a:pPr marL="1200150" lvl="2" indent="-342900"/>
            <a:r>
              <a:rPr lang="en-US" sz="1300" dirty="0" smtClean="0"/>
              <a:t>Make dashboards look </a:t>
            </a:r>
            <a:r>
              <a:rPr lang="en-US" sz="1300" b="1" dirty="0" smtClean="0"/>
              <a:t>professional</a:t>
            </a:r>
            <a:endParaRPr lang="en-US" sz="1300" b="1" dirty="0" smtClean="0"/>
          </a:p>
          <a:p>
            <a:pPr marL="514350" indent="-457200"/>
            <a:r>
              <a:rPr lang="en-US" sz="1300" b="1" dirty="0" smtClean="0"/>
              <a:t>Slicers- visual filter buttons</a:t>
            </a:r>
            <a:r>
              <a:rPr lang="en-US" sz="1300" dirty="0" smtClean="0"/>
              <a:t> </a:t>
            </a:r>
            <a:r>
              <a:rPr lang="en-US" sz="1300" b="1" dirty="0" smtClean="0"/>
              <a:t>used in Excel to quickly filter data</a:t>
            </a:r>
            <a:endParaRPr lang="en-US" sz="1300" b="1" dirty="0" smtClean="0"/>
          </a:p>
          <a:p>
            <a:pPr marL="1131570" lvl="1" indent="-457200"/>
            <a:r>
              <a:rPr lang="en-IN" sz="1600" dirty="0" smtClean="0"/>
              <a:t>Why are Slicers used?</a:t>
            </a:r>
            <a:endParaRPr lang="en-IN" sz="1600" dirty="0" smtClean="0"/>
          </a:p>
          <a:p>
            <a:pPr marL="1314450" lvl="2" indent="-457200"/>
            <a:r>
              <a:rPr lang="en-US" sz="1300" dirty="0" smtClean="0"/>
              <a:t>Filter data </a:t>
            </a:r>
            <a:r>
              <a:rPr lang="en-US" sz="1300" b="1" dirty="0" smtClean="0"/>
              <a:t>with one click</a:t>
            </a:r>
            <a:r>
              <a:rPr lang="en-US" sz="1300" dirty="0" smtClean="0"/>
              <a:t> </a:t>
            </a:r>
            <a:endParaRPr lang="en-US" sz="1300" dirty="0" smtClean="0"/>
          </a:p>
          <a:p>
            <a:pPr marL="1314450" lvl="2" indent="-457200"/>
            <a:r>
              <a:rPr lang="en-US" sz="1300" dirty="0" smtClean="0"/>
              <a:t>Make dashboards </a:t>
            </a:r>
            <a:r>
              <a:rPr lang="en-US" sz="1300" b="1" dirty="0" smtClean="0"/>
              <a:t>interactive</a:t>
            </a:r>
            <a:endParaRPr lang="en-US" sz="1300" b="1" dirty="0" smtClean="0"/>
          </a:p>
          <a:p>
            <a:pPr marL="1314450" lvl="2" indent="-457200"/>
            <a:r>
              <a:rPr lang="en-US" sz="1300" dirty="0" smtClean="0"/>
              <a:t>Improve </a:t>
            </a:r>
            <a:r>
              <a:rPr lang="en-US" sz="1300" b="1" dirty="0" smtClean="0"/>
              <a:t>data analysis speed</a:t>
            </a:r>
            <a:r>
              <a:rPr lang="en-US" sz="1300" dirty="0" smtClean="0"/>
              <a:t> </a:t>
            </a:r>
            <a:endParaRPr lang="en-US" sz="1300" dirty="0" smtClean="0"/>
          </a:p>
          <a:p>
            <a:pPr marL="1314450" lvl="2" indent="-457200"/>
            <a:r>
              <a:rPr lang="en-US" sz="1300" dirty="0" smtClean="0"/>
              <a:t>Show </a:t>
            </a:r>
            <a:r>
              <a:rPr lang="en-US" sz="1300" b="1" dirty="0" smtClean="0"/>
              <a:t>current filter selection clearly</a:t>
            </a:r>
            <a:endParaRPr lang="en-US" sz="1300" b="1" dirty="0" smtClean="0"/>
          </a:p>
          <a:p>
            <a:pPr marL="514350" indent="-457200"/>
            <a:r>
              <a:rPr lang="en-IN" sz="1300" b="1" dirty="0" smtClean="0"/>
              <a:t>Charts- </a:t>
            </a:r>
            <a:r>
              <a:rPr lang="en-US" sz="1300" b="1" dirty="0" smtClean="0"/>
              <a:t>graphical representations of data that help you understand numbers quickly and easily.</a:t>
            </a:r>
            <a:endParaRPr lang="en-US" sz="1300" b="1" dirty="0" smtClean="0"/>
          </a:p>
          <a:p>
            <a:pPr marL="914400" lvl="1" indent="-457200"/>
            <a:r>
              <a:rPr lang="en-IN" sz="1300" dirty="0" smtClean="0"/>
              <a:t>Why are Charts used?</a:t>
            </a:r>
            <a:endParaRPr lang="en-IN" sz="1300" dirty="0" smtClean="0"/>
          </a:p>
          <a:p>
            <a:pPr marL="1314450" lvl="2" indent="-457200"/>
            <a:r>
              <a:rPr lang="en-IN" sz="1300" dirty="0" smtClean="0"/>
              <a:t>Visualize data clearly</a:t>
            </a:r>
            <a:endParaRPr lang="en-IN" sz="1300" dirty="0" smtClean="0"/>
          </a:p>
          <a:p>
            <a:pPr marL="1314450" lvl="2" indent="-457200"/>
            <a:r>
              <a:rPr lang="en-IN" sz="1300" dirty="0" smtClean="0"/>
              <a:t>Identify </a:t>
            </a:r>
            <a:r>
              <a:rPr lang="en-IN" sz="1300" b="1" dirty="0" smtClean="0"/>
              <a:t>trends and patterns</a:t>
            </a:r>
            <a:endParaRPr lang="en-IN" sz="1300" b="1" dirty="0" smtClean="0"/>
          </a:p>
          <a:p>
            <a:pPr marL="1314450" lvl="2" indent="-457200"/>
            <a:r>
              <a:rPr lang="en-IN" sz="1300" dirty="0" smtClean="0"/>
              <a:t>Compare values easily</a:t>
            </a:r>
            <a:endParaRPr lang="en-IN" sz="1300" dirty="0" smtClean="0"/>
          </a:p>
          <a:p>
            <a:pPr marL="1314450" lvl="2" indent="-457200"/>
            <a:r>
              <a:rPr lang="en-IN" sz="1300" dirty="0" smtClean="0"/>
              <a:t>Make data easier to understand</a:t>
            </a:r>
            <a:endParaRPr lang="en-IN" sz="1300" dirty="0" smtClean="0"/>
          </a:p>
          <a:p>
            <a:pPr marL="1314450" lvl="2" indent="-457200"/>
            <a:r>
              <a:rPr lang="en-IN" sz="1300" dirty="0" smtClean="0"/>
              <a:t>Support better </a:t>
            </a:r>
            <a:r>
              <a:rPr lang="en-IN" sz="1300" b="1" dirty="0" smtClean="0"/>
              <a:t>decision-making</a:t>
            </a:r>
            <a:r>
              <a:rPr lang="en-IN" sz="1300" dirty="0" smtClean="0"/>
              <a:t> </a:t>
            </a:r>
            <a:endParaRPr lang="en-IN" sz="13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5" y="3140969"/>
            <a:ext cx="4176464" cy="2520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140969"/>
            <a:ext cx="4464163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64728"/>
            <a:ext cx="6192688" cy="2688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 smtClean="0"/>
              <a:t>Step-by-Step </a:t>
            </a:r>
            <a:r>
              <a:rPr lang="en-IN" dirty="0"/>
              <a:t>Project Explanation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goal </a:t>
            </a:r>
            <a:r>
              <a:rPr lang="en-US" dirty="0" smtClean="0"/>
              <a:t>is to </a:t>
            </a:r>
            <a:r>
              <a:rPr lang="en-US" dirty="0"/>
              <a:t>convert raw data into meaningful insights for better business decision-making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IN" dirty="0"/>
              <a:t>Data </a:t>
            </a:r>
            <a:r>
              <a:rPr lang="en-IN" dirty="0" smtClean="0"/>
              <a:t>Preparation:</a:t>
            </a:r>
            <a:endParaRPr lang="en-IN" dirty="0" smtClean="0"/>
          </a:p>
          <a:p>
            <a:pPr marL="530860" lvl="2" indent="0">
              <a:buNone/>
            </a:pPr>
            <a:r>
              <a:rPr lang="en-US" dirty="0" smtClean="0"/>
              <a:t>First, we have connected multiple data sources like:</a:t>
            </a:r>
            <a:endParaRPr lang="en-US" dirty="0" smtClean="0"/>
          </a:p>
          <a:p>
            <a:pPr lvl="2"/>
            <a:r>
              <a:rPr lang="en-US" dirty="0" smtClean="0"/>
              <a:t>Fact Internet Sales, New Sales Data, Product Data, Customer Data etc.</a:t>
            </a:r>
            <a:endParaRPr lang="en-US" dirty="0" smtClean="0"/>
          </a:p>
          <a:p>
            <a:pPr lvl="2"/>
            <a:r>
              <a:rPr lang="en-US" dirty="0" smtClean="0"/>
              <a:t>Combined </a:t>
            </a:r>
            <a:r>
              <a:rPr lang="en-US" dirty="0"/>
              <a:t>sales tables and used </a:t>
            </a:r>
            <a:r>
              <a:rPr lang="en-US" b="1" dirty="0"/>
              <a:t>Joins/Relationships</a:t>
            </a:r>
            <a:r>
              <a:rPr lang="en-US" dirty="0"/>
              <a:t> to bring in product and customer details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IN" dirty="0" smtClean="0"/>
              <a:t>Data </a:t>
            </a:r>
            <a:r>
              <a:rPr lang="en-IN" dirty="0"/>
              <a:t>Cleaning &amp; </a:t>
            </a:r>
            <a:r>
              <a:rPr lang="en-IN" dirty="0" smtClean="0"/>
              <a:t>Transformation</a:t>
            </a:r>
            <a:endParaRPr lang="en-IN" dirty="0" smtClean="0"/>
          </a:p>
          <a:p>
            <a:pPr lvl="1"/>
            <a:r>
              <a:rPr lang="en-US" dirty="0" smtClean="0"/>
              <a:t>Handled </a:t>
            </a:r>
            <a:r>
              <a:rPr lang="en-US" dirty="0"/>
              <a:t>missing values and ensured consistency </a:t>
            </a:r>
            <a:r>
              <a:rPr lang="en-US" dirty="0" smtClean="0"/>
              <a:t>in Column names and Data types</a:t>
            </a:r>
            <a:r>
              <a:rPr lang="en-US" dirty="0" smtClean="0"/>
              <a:t>.</a:t>
            </a:r>
            <a:endParaRPr lang="en-US" dirty="0" smtClean="0"/>
          </a:p>
          <a:p>
            <a:pPr marL="520700" indent="-457200"/>
            <a:r>
              <a:rPr lang="en-US" dirty="0" smtClean="0"/>
              <a:t>Asset Creation and Integration:</a:t>
            </a:r>
            <a:endParaRPr lang="en-US" dirty="0" smtClean="0"/>
          </a:p>
          <a:p>
            <a:pPr marL="937260" lvl="2" indent="-342900"/>
            <a:r>
              <a:rPr lang="en-US" dirty="0" smtClean="0"/>
              <a:t>Create the assets like KPI cards, charts, etc. based on the questions.</a:t>
            </a:r>
            <a:endParaRPr lang="en-US" dirty="0" smtClean="0"/>
          </a:p>
          <a:p>
            <a:pPr marL="937260" lvl="2" indent="-342900"/>
            <a:r>
              <a:rPr lang="en-US" dirty="0" smtClean="0"/>
              <a:t>Bring all  dat</a:t>
            </a:r>
            <a:r>
              <a:rPr lang="en-US" dirty="0" smtClean="0"/>
              <a:t>a into Dashboard and aligned to make it user friendly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Merits and Demerits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Merits</a:t>
            </a:r>
            <a:endParaRPr lang="en-US" dirty="0" smtClean="0"/>
          </a:p>
          <a:p>
            <a:pPr lvl="1"/>
            <a:r>
              <a:rPr lang="en-IN" dirty="0" smtClean="0"/>
              <a:t>Accountability</a:t>
            </a:r>
            <a:endParaRPr lang="en-IN" dirty="0" smtClean="0"/>
          </a:p>
          <a:p>
            <a:pPr lvl="1"/>
            <a:r>
              <a:rPr lang="en-IN" dirty="0" smtClean="0"/>
              <a:t>Proper Validation</a:t>
            </a:r>
            <a:endParaRPr lang="en-IN" dirty="0" smtClean="0"/>
          </a:p>
          <a:p>
            <a:pPr lvl="1"/>
            <a:r>
              <a:rPr lang="en-IN" dirty="0"/>
              <a:t>Improved </a:t>
            </a:r>
            <a:r>
              <a:rPr lang="en-IN" dirty="0" smtClean="0"/>
              <a:t>Efficiency</a:t>
            </a:r>
            <a:endParaRPr lang="en-IN" dirty="0" smtClean="0"/>
          </a:p>
          <a:p>
            <a:pPr lvl="1"/>
            <a:r>
              <a:rPr lang="en-IN" dirty="0"/>
              <a:t>Collaboration</a:t>
            </a:r>
            <a:endParaRPr lang="en-US" dirty="0" smtClean="0"/>
          </a:p>
          <a:p>
            <a:r>
              <a:rPr lang="en-US" dirty="0"/>
              <a:t>Demerits</a:t>
            </a:r>
            <a:endParaRPr lang="en-US" dirty="0"/>
          </a:p>
          <a:p>
            <a:pPr lvl="1"/>
            <a:r>
              <a:rPr lang="en-US" dirty="0"/>
              <a:t>Lack of clarity on requirements</a:t>
            </a:r>
            <a:endParaRPr lang="en-US" dirty="0"/>
          </a:p>
          <a:p>
            <a:pPr lvl="1"/>
            <a:r>
              <a:rPr lang="en-IN" smtClean="0"/>
              <a:t>Lack </a:t>
            </a:r>
            <a:r>
              <a:rPr lang="en-IN" dirty="0"/>
              <a:t>of </a:t>
            </a:r>
            <a:r>
              <a:rPr lang="en-IN" dirty="0" smtClean="0"/>
              <a:t>standardization in terms alignment</a:t>
            </a:r>
            <a:endParaRPr lang="en-IN" dirty="0"/>
          </a:p>
          <a:p>
            <a:pPr lvl="1"/>
            <a:r>
              <a:rPr lang="en-IN" dirty="0"/>
              <a:t>Tool &amp; Version Conflicts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3356992"/>
            <a:ext cx="8229600" cy="1143000"/>
          </a:xfrm>
        </p:spPr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0</TotalTime>
  <Words>1671</Words>
  <Application>WPS Presentation</Application>
  <PresentationFormat>On-screen Show (4:3)</PresentationFormat>
  <Paragraphs>61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Wingdings 2</vt:lpstr>
      <vt:lpstr>Rockwell</vt:lpstr>
      <vt:lpstr>Microsoft YaHei</vt:lpstr>
      <vt:lpstr>Arial Unicode MS</vt:lpstr>
      <vt:lpstr>Calibri</vt:lpstr>
      <vt:lpstr>Foundry</vt:lpstr>
      <vt:lpstr>Adventure Works Project Conclusion – Team 5</vt:lpstr>
      <vt:lpstr>PowerPoint 演示文稿</vt:lpstr>
      <vt:lpstr>Elements Used in Dashboards</vt:lpstr>
      <vt:lpstr>PowerPoint 演示文稿</vt:lpstr>
      <vt:lpstr>Step-by-Step Project Explanation</vt:lpstr>
      <vt:lpstr>Merits and Demerits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ryana</dc:creator>
  <cp:lastModifiedBy>LENOVO</cp:lastModifiedBy>
  <cp:revision>22</cp:revision>
  <dcterms:created xsi:type="dcterms:W3CDTF">2026-04-15T02:13:00Z</dcterms:created>
  <dcterms:modified xsi:type="dcterms:W3CDTF">2026-04-22T07:24:43Z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AC83CFFE125F40D6922596B117A29F1A_13</vt:lpwstr>
  </property>
  <property fmtid="{D5CDD505-2E9C-101B-9397-08002B2CF9AE}" pid="3" name="KSOProductBuildVer">
    <vt:lpwstr>1033-12.2.0.23196</vt:lpwstr>
  </property>
</Properties>
</file>